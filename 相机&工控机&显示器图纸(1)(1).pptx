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8" r:id="rId4"/>
    <p:sldId id="259" r:id="rId5"/>
    <p:sldId id="266" r:id="rId6"/>
    <p:sldId id="267" r:id="rId7"/>
    <p:sldId id="271" r:id="rId8"/>
    <p:sldId id="273" r:id="rId9"/>
    <p:sldId id="272" r:id="rId10"/>
    <p:sldId id="274" r:id="rId11"/>
    <p:sldId id="275" r:id="rId12"/>
    <p:sldId id="268" r:id="rId13"/>
    <p:sldId id="276" r:id="rId14"/>
    <p:sldId id="277" r:id="rId15"/>
    <p:sldId id="278" r:id="rId16"/>
    <p:sldId id="279" r:id="rId18"/>
    <p:sldId id="264" r:id="rId19"/>
    <p:sldId id="269" r:id="rId20"/>
    <p:sldId id="262" r:id="rId21"/>
    <p:sldId id="263" r:id="rId22"/>
    <p:sldId id="270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6"/>
        <p:guide pos="380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89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8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7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83.xml"/><Relationship Id="rId12" Type="http://schemas.openxmlformats.org/officeDocument/2006/relationships/image" Target="../media/image36.png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1" Type="http://schemas.openxmlformats.org/officeDocument/2006/relationships/tags" Target="../tags/tag7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4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5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6.xml"/><Relationship Id="rId1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7.xml"/><Relationship Id="rId1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8.xml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OPT-500</a:t>
            </a:r>
            <a:r>
              <a:rPr lang="zh-CN" altLang="en-US" sz="2800"/>
              <a:t>万全局</a:t>
            </a:r>
            <a:r>
              <a:rPr lang="en-US" altLang="zh-CN" sz="2800"/>
              <a:t>-OPT-CC1-M/C050-GG1-11</a:t>
            </a:r>
            <a:endParaRPr lang="en-US" altLang="zh-CN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633095"/>
            <a:ext cx="10351770" cy="24511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34315" y="3084195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OPT</a:t>
            </a:r>
            <a:r>
              <a:rPr lang="en-US" altLang="zh-CN" sz="2800"/>
              <a:t>-500</a:t>
            </a:r>
            <a:r>
              <a:rPr lang="zh-CN" altLang="en-US" sz="2800"/>
              <a:t>万卷帘</a:t>
            </a:r>
            <a:r>
              <a:rPr lang="en-US" altLang="zh-CN" sz="2800"/>
              <a:t>-OPT-CC1-M050-GR0</a:t>
            </a:r>
            <a:r>
              <a:rPr lang="en-US" altLang="zh-CN" sz="2800"/>
              <a:t>-11</a:t>
            </a:r>
            <a:endParaRPr lang="en-US" altLang="zh-CN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375" y="3854450"/>
            <a:ext cx="10351770" cy="2451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OPT</a:t>
            </a:r>
            <a:r>
              <a:rPr lang="en-US" altLang="zh-CN" sz="2800"/>
              <a:t>-1200</a:t>
            </a:r>
            <a:r>
              <a:rPr lang="zh-CN" altLang="en-US" sz="2800"/>
              <a:t>万卷帘</a:t>
            </a:r>
            <a:r>
              <a:rPr lang="en-US" altLang="zh-CN" sz="2800"/>
              <a:t>-OPT-CC1-M/C120-GR1-10</a:t>
            </a:r>
            <a:endParaRPr lang="en-US" altLang="zh-CN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812165"/>
            <a:ext cx="10351770" cy="24511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42900" y="3329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OPT</a:t>
            </a:r>
            <a:r>
              <a:rPr lang="en-US" altLang="zh-CN" sz="2800"/>
              <a:t>-1200</a:t>
            </a:r>
            <a:r>
              <a:rPr lang="zh-CN" altLang="en-US" sz="2800"/>
              <a:t>万全局</a:t>
            </a:r>
            <a:r>
              <a:rPr lang="en-US" altLang="zh-CN" sz="2800"/>
              <a:t>-OPT-CC1-M/C120-GR3-10/00</a:t>
            </a:r>
            <a:endParaRPr lang="en-US" altLang="zh-CN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3851910"/>
            <a:ext cx="11258550" cy="26536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OPT</a:t>
            </a:r>
            <a:r>
              <a:rPr lang="en-US" altLang="zh-CN" sz="2800"/>
              <a:t>-2000</a:t>
            </a:r>
            <a:r>
              <a:rPr lang="zh-CN" altLang="en-US" sz="2800"/>
              <a:t>万卷帘</a:t>
            </a:r>
            <a:r>
              <a:rPr lang="en-US" altLang="zh-CN" sz="2800"/>
              <a:t>-OPT-CC1-M/C200-GR1-10</a:t>
            </a:r>
            <a:endParaRPr lang="en-US" altLang="zh-CN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626745"/>
            <a:ext cx="10351770" cy="24511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1145" y="3014345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OPT</a:t>
            </a:r>
            <a:r>
              <a:rPr lang="en-US" altLang="zh-CN" sz="2800"/>
              <a:t>-2500</a:t>
            </a:r>
            <a:r>
              <a:rPr lang="zh-CN" altLang="en-US" sz="2800"/>
              <a:t>万全局</a:t>
            </a:r>
            <a:r>
              <a:rPr lang="en-US" altLang="zh-CN" sz="2800"/>
              <a:t>-OPT-CC1-M/C250-GR3-00</a:t>
            </a:r>
            <a:endParaRPr lang="en-US" altLang="zh-CN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643630"/>
            <a:ext cx="11258550" cy="26536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HK-160</a:t>
            </a:r>
            <a:r>
              <a:rPr lang="zh-CN" altLang="en-US" sz="2800"/>
              <a:t>万全</a:t>
            </a:r>
            <a:r>
              <a:rPr lang="en-US" altLang="zh-CN" sz="2800"/>
              <a:t>U</a:t>
            </a:r>
            <a:r>
              <a:rPr lang="zh-CN" altLang="en-US" sz="2800"/>
              <a:t>口</a:t>
            </a:r>
            <a:r>
              <a:rPr lang="en-US" altLang="zh-CN" sz="2800"/>
              <a:t>-MV-CS016-10UM</a:t>
            </a:r>
            <a:endParaRPr lang="en-US" altLang="zh-CN" sz="2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70" y="1144270"/>
            <a:ext cx="5518785" cy="33369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040" y="820420"/>
            <a:ext cx="4667250" cy="35623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8180" y="4958080"/>
            <a:ext cx="52616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速度要求特别快的时候使用</a:t>
            </a:r>
            <a:endParaRPr lang="zh-CN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HK</a:t>
            </a:r>
            <a:r>
              <a:rPr lang="en-US" altLang="zh-CN" sz="2800"/>
              <a:t>-320</a:t>
            </a:r>
            <a:r>
              <a:rPr lang="zh-CN" altLang="en-US" sz="2800"/>
              <a:t>万全局</a:t>
            </a:r>
            <a:r>
              <a:rPr lang="en-US" altLang="zh-CN" sz="2800"/>
              <a:t>-MV-CS032-10GM/C</a:t>
            </a:r>
            <a:endParaRPr lang="en-US" altLang="zh-CN" sz="2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495" y="1268095"/>
            <a:ext cx="5735955" cy="32238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75" y="1094105"/>
            <a:ext cx="5210175" cy="35718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016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HK-500</a:t>
            </a:r>
            <a:r>
              <a:rPr lang="zh-CN" altLang="en-US" sz="2800"/>
              <a:t>万全局</a:t>
            </a:r>
            <a:r>
              <a:rPr lang="en-US" altLang="zh-CN" sz="2800"/>
              <a:t>-</a:t>
            </a:r>
            <a:r>
              <a:rPr lang="zh-CN" altLang="en-US" sz="2800"/>
              <a:t>网口</a:t>
            </a:r>
            <a:r>
              <a:rPr lang="en-US" altLang="zh-CN" sz="2800"/>
              <a:t>-Sony</a:t>
            </a:r>
            <a:r>
              <a:rPr lang="zh-CN" altLang="en-US" sz="2800"/>
              <a:t>芯片</a:t>
            </a:r>
            <a:r>
              <a:rPr lang="en-US" altLang="zh-CN" sz="2800"/>
              <a:t>-MV-CS050-10GM</a:t>
            </a:r>
            <a:endParaRPr lang="en-US" altLang="zh-CN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765" y="676910"/>
            <a:ext cx="5265420" cy="29794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185" y="676910"/>
            <a:ext cx="4231005" cy="26346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" y="4025900"/>
            <a:ext cx="4178300" cy="27298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7315" y="350393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HK-500</a:t>
            </a:r>
            <a:r>
              <a:rPr lang="zh-CN" altLang="en-US" sz="2800"/>
              <a:t>万全局</a:t>
            </a:r>
            <a:r>
              <a:rPr lang="en-US" altLang="zh-CN" sz="2800"/>
              <a:t>-U</a:t>
            </a:r>
            <a:r>
              <a:rPr lang="zh-CN" altLang="en-US" sz="2800"/>
              <a:t>口</a:t>
            </a:r>
            <a:r>
              <a:rPr lang="en-US" altLang="zh-CN" sz="2800"/>
              <a:t>-Sony</a:t>
            </a:r>
            <a:r>
              <a:rPr lang="zh-CN" altLang="en-US" sz="2800"/>
              <a:t>芯片</a:t>
            </a:r>
            <a:r>
              <a:rPr lang="en-US" altLang="zh-CN" sz="2800"/>
              <a:t>-MV-CS050-10UM</a:t>
            </a:r>
            <a:endParaRPr lang="en-US" altLang="zh-CN" sz="2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185" y="4121785"/>
            <a:ext cx="4231640" cy="26339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016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HK-500</a:t>
            </a:r>
            <a:r>
              <a:rPr lang="zh-CN" altLang="en-US" sz="2800"/>
              <a:t>万全局</a:t>
            </a:r>
            <a:r>
              <a:rPr lang="en-US" altLang="zh-CN" sz="2800"/>
              <a:t>-</a:t>
            </a:r>
            <a:r>
              <a:rPr lang="zh-CN" altLang="en-US" sz="2800"/>
              <a:t>网口</a:t>
            </a:r>
            <a:r>
              <a:rPr lang="en-US" altLang="zh-CN" sz="2800"/>
              <a:t>-</a:t>
            </a:r>
            <a:r>
              <a:rPr lang="zh-CN" altLang="en-US" sz="2800"/>
              <a:t>国产芯片</a:t>
            </a:r>
            <a:r>
              <a:rPr lang="en-US" altLang="zh-CN" sz="2800"/>
              <a:t>-MV-CS050-60GM/C</a:t>
            </a:r>
            <a:endParaRPr lang="en-US" altLang="zh-CN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263015"/>
            <a:ext cx="7141845" cy="3905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740" y="1263015"/>
            <a:ext cx="3672840" cy="29724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HK-</a:t>
            </a:r>
            <a:r>
              <a:rPr lang="en-US" altLang="zh-CN" sz="2800">
                <a:sym typeface="+mn-ea"/>
              </a:rPr>
              <a:t>600</a:t>
            </a:r>
            <a:r>
              <a:rPr lang="zh-CN" altLang="en-US" sz="2800">
                <a:sym typeface="+mn-ea"/>
              </a:rPr>
              <a:t>万卷帘</a:t>
            </a:r>
            <a:r>
              <a:rPr lang="en-US" altLang="zh-CN" sz="2800">
                <a:sym typeface="+mn-ea"/>
              </a:rPr>
              <a:t>-</a:t>
            </a:r>
            <a:r>
              <a:rPr lang="zh-CN" altLang="en-US" sz="2800">
                <a:sym typeface="+mn-ea"/>
              </a:rPr>
              <a:t>网口</a:t>
            </a:r>
            <a:r>
              <a:rPr lang="en-US" altLang="zh-CN" sz="2800">
                <a:sym typeface="+mn-ea"/>
              </a:rPr>
              <a:t>-Sony</a:t>
            </a:r>
            <a:r>
              <a:rPr lang="zh-CN" altLang="en-US" sz="2800">
                <a:sym typeface="+mn-ea"/>
              </a:rPr>
              <a:t>芯片</a:t>
            </a:r>
            <a:r>
              <a:rPr lang="en-US" altLang="zh-CN" sz="2800">
                <a:sym typeface="+mn-ea"/>
              </a:rPr>
              <a:t>-MV-CU060-10GM/C</a:t>
            </a:r>
            <a:endParaRPr lang="en-US" altLang="zh-CN" sz="280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025" y="1324610"/>
            <a:ext cx="6897370" cy="25641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135" y="1324610"/>
            <a:ext cx="3885565" cy="27406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HK-1200</a:t>
            </a:r>
            <a:r>
              <a:rPr lang="zh-CN" altLang="en-US" sz="2800"/>
              <a:t>万全局</a:t>
            </a:r>
            <a:r>
              <a:rPr lang="en-US" altLang="zh-CN" sz="2800"/>
              <a:t>-</a:t>
            </a:r>
            <a:r>
              <a:rPr lang="zh-CN" altLang="en-US" sz="2800"/>
              <a:t>网口</a:t>
            </a:r>
            <a:r>
              <a:rPr lang="en-US" altLang="zh-CN" sz="2800"/>
              <a:t>-</a:t>
            </a:r>
            <a:r>
              <a:rPr lang="en-US" altLang="zh-CN" sz="2800">
                <a:sym typeface="+mn-ea"/>
              </a:rPr>
              <a:t>Sony</a:t>
            </a:r>
            <a:r>
              <a:rPr lang="zh-CN" altLang="en-US" sz="2800"/>
              <a:t>芯片</a:t>
            </a:r>
            <a:r>
              <a:rPr lang="en-US" altLang="zh-CN" sz="2800"/>
              <a:t>- MV-CH120-10GM/C</a:t>
            </a:r>
            <a:endParaRPr lang="en-US" altLang="zh-CN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615" y="1125220"/>
            <a:ext cx="7524750" cy="42589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365" y="1125220"/>
            <a:ext cx="4299585" cy="30422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HK-1200</a:t>
            </a:r>
            <a:r>
              <a:rPr lang="zh-CN" altLang="en-US" sz="2800"/>
              <a:t>万卷帘</a:t>
            </a:r>
            <a:r>
              <a:rPr lang="en-US" altLang="zh-CN" sz="2800"/>
              <a:t>-</a:t>
            </a:r>
            <a:r>
              <a:rPr lang="zh-CN" altLang="en-US" sz="2800"/>
              <a:t>网口</a:t>
            </a:r>
            <a:r>
              <a:rPr lang="en-US" altLang="zh-CN" sz="2800"/>
              <a:t>-Sony</a:t>
            </a:r>
            <a:r>
              <a:rPr lang="zh-CN" altLang="en-US" sz="2800"/>
              <a:t>芯片</a:t>
            </a:r>
            <a:r>
              <a:rPr lang="en-US" altLang="zh-CN" sz="2800"/>
              <a:t>-</a:t>
            </a:r>
            <a:r>
              <a:rPr lang="zh-CN" altLang="en-US" sz="2800">
                <a:sym typeface="+mn-ea"/>
              </a:rPr>
              <a:t>MV-CU120-10GM</a:t>
            </a:r>
            <a:endParaRPr lang="zh-CN" altLang="en-US" sz="2800" i="0"/>
          </a:p>
          <a:p>
            <a:endParaRPr lang="en-US" altLang="zh-CN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98245"/>
            <a:ext cx="7847965" cy="28911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965" y="1313815"/>
            <a:ext cx="3762375" cy="28479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HK</a:t>
            </a:r>
            <a:r>
              <a:rPr lang="en-US" altLang="zh-CN" sz="2800"/>
              <a:t>-2000</a:t>
            </a:r>
            <a:r>
              <a:rPr lang="zh-CN" altLang="en-US" sz="2800"/>
              <a:t>万卷帘</a:t>
            </a:r>
            <a:r>
              <a:rPr lang="en-US" altLang="zh-CN" sz="2800"/>
              <a:t>-Sony</a:t>
            </a:r>
            <a:r>
              <a:rPr lang="zh-CN" altLang="en-US" sz="2800"/>
              <a:t>芯片</a:t>
            </a:r>
            <a:r>
              <a:rPr lang="en-US" altLang="zh-CN" sz="2800"/>
              <a:t>-MV-CS200-10GM/C</a:t>
            </a:r>
            <a:endParaRPr lang="en-US" altLang="zh-CN" sz="2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120140"/>
            <a:ext cx="7066915" cy="40214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230" y="1339215"/>
            <a:ext cx="4668520" cy="27787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HK-2500</a:t>
            </a:r>
            <a:r>
              <a:rPr lang="zh-CN" altLang="en-US" sz="2800"/>
              <a:t>万全局</a:t>
            </a:r>
            <a:r>
              <a:rPr lang="en-US" altLang="zh-CN" sz="2800"/>
              <a:t>-</a:t>
            </a:r>
            <a:r>
              <a:rPr lang="zh-CN" altLang="en-US" sz="2800"/>
              <a:t>千兆网口</a:t>
            </a:r>
            <a:r>
              <a:rPr lang="en-US" altLang="zh-CN" sz="2800"/>
              <a:t>- MV-CH250-90GM/C</a:t>
            </a:r>
            <a:endParaRPr lang="en-US" altLang="zh-CN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45" y="1656080"/>
            <a:ext cx="6716395" cy="25114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960" y="1442720"/>
            <a:ext cx="4543425" cy="29387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HK-2500</a:t>
            </a:r>
            <a:r>
              <a:rPr lang="zh-CN" altLang="en-US" sz="2800"/>
              <a:t>万全局</a:t>
            </a:r>
            <a:r>
              <a:rPr lang="en-US" altLang="zh-CN" sz="2800"/>
              <a:t>-</a:t>
            </a:r>
            <a:r>
              <a:rPr lang="zh-CN" altLang="en-US" sz="2800">
                <a:solidFill>
                  <a:srgbClr val="FF0000"/>
                </a:solidFill>
              </a:rPr>
              <a:t>万</a:t>
            </a:r>
            <a:r>
              <a:rPr lang="zh-CN" altLang="en-US" sz="2800"/>
              <a:t>兆网口</a:t>
            </a:r>
            <a:r>
              <a:rPr lang="en-US" altLang="zh-CN" sz="2800"/>
              <a:t>- MV-CH250-90GM/C</a:t>
            </a:r>
            <a:endParaRPr lang="en-US" altLang="zh-CN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245" y="1515745"/>
            <a:ext cx="5965190" cy="22485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435" y="1515745"/>
            <a:ext cx="4867275" cy="25571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14985" y="4707890"/>
            <a:ext cx="8911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备注</a:t>
            </a:r>
            <a:r>
              <a:rPr lang="en-US" altLang="zh-CN"/>
              <a:t>: </a:t>
            </a:r>
            <a:r>
              <a:rPr lang="zh-CN" altLang="en-US"/>
              <a:t>万兆网相机，网线需要用万兆网线；工控机需要加万兆</a:t>
            </a:r>
            <a:r>
              <a:rPr lang="zh-CN" altLang="en-US"/>
              <a:t>网卡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镜头</a:t>
            </a:r>
            <a:r>
              <a:rPr lang="en-US" altLang="zh-CN" sz="2800"/>
              <a:t>-10M</a:t>
            </a:r>
            <a:r>
              <a:rPr lang="zh-CN" altLang="en-US" sz="2800"/>
              <a:t>像素级</a:t>
            </a:r>
            <a:r>
              <a:rPr lang="en-US" altLang="zh-CN" sz="2800"/>
              <a:t>-1000</a:t>
            </a:r>
            <a:r>
              <a:rPr lang="zh-CN" altLang="en-US" sz="2800"/>
              <a:t>万以下</a:t>
            </a:r>
            <a:r>
              <a:rPr lang="en-US" altLang="zh-CN" sz="2800"/>
              <a:t>+2/3’</a:t>
            </a:r>
            <a:r>
              <a:rPr lang="zh-CN" altLang="en-US" sz="2800"/>
              <a:t>芯片以下相机</a:t>
            </a:r>
            <a:r>
              <a:rPr lang="zh-CN" altLang="en-US" sz="2800"/>
              <a:t>使用</a:t>
            </a:r>
            <a:endParaRPr lang="zh-CN" altLang="en-US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350" y="861695"/>
            <a:ext cx="3581400" cy="24530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695" y="861695"/>
            <a:ext cx="3718560" cy="25260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03350" y="3429000"/>
            <a:ext cx="90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8mm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5187315" y="3486150"/>
            <a:ext cx="90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12mm</a:t>
            </a: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075" y="861695"/>
            <a:ext cx="3829685" cy="24015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149715" y="3486150"/>
            <a:ext cx="90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16mm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90" y="3728720"/>
            <a:ext cx="3395345" cy="24104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80465" y="6139180"/>
            <a:ext cx="90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25mm</a:t>
            </a:r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165" y="3797935"/>
            <a:ext cx="3420745" cy="234124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136515" y="6202680"/>
            <a:ext cx="90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35mm</a:t>
            </a:r>
            <a:endParaRPr lang="en-US" altLang="zh-CN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255" y="3854450"/>
            <a:ext cx="3715385" cy="228536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9092565" y="6202680"/>
            <a:ext cx="90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50mm</a:t>
            </a:r>
            <a:endParaRPr lang="en-US" altLang="zh-CN"/>
          </a:p>
        </p:txBody>
      </p:sp>
    </p:spTree>
    <p:custDataLst>
      <p:tags r:id="rId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镜头</a:t>
            </a:r>
            <a:r>
              <a:rPr lang="en-US" altLang="zh-CN" sz="2800"/>
              <a:t>-25M</a:t>
            </a:r>
            <a:r>
              <a:rPr lang="zh-CN" altLang="en-US" sz="2800"/>
              <a:t>像素级</a:t>
            </a:r>
            <a:r>
              <a:rPr lang="en-US" altLang="zh-CN" sz="2800">
                <a:sym typeface="+mn-ea"/>
              </a:rPr>
              <a:t>-1200</a:t>
            </a:r>
            <a:r>
              <a:rPr lang="zh-CN" altLang="en-US" sz="2800">
                <a:sym typeface="+mn-ea"/>
              </a:rPr>
              <a:t>万以上</a:t>
            </a:r>
            <a:r>
              <a:rPr lang="en-US" altLang="zh-CN" sz="2800">
                <a:sym typeface="+mn-ea"/>
              </a:rPr>
              <a:t>+1’</a:t>
            </a:r>
            <a:r>
              <a:rPr lang="zh-CN" altLang="en-US" sz="2800">
                <a:sym typeface="+mn-ea"/>
              </a:rPr>
              <a:t>芯片以下相机使用</a:t>
            </a:r>
            <a:endParaRPr lang="zh-CN" altLang="en-US" sz="2800"/>
          </a:p>
          <a:p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455420" y="3288030"/>
            <a:ext cx="90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12mm</a:t>
            </a:r>
            <a:endParaRPr lang="en-US" altLang="zh-CN"/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5530850" y="3429000"/>
            <a:ext cx="90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16mm</a:t>
            </a:r>
            <a:endParaRPr lang="en-US" altLang="zh-CN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1631315" y="6283960"/>
            <a:ext cx="90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25mm</a:t>
            </a:r>
            <a:endParaRPr lang="en-US" altLang="zh-CN"/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5530850" y="6283960"/>
            <a:ext cx="90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35mm</a:t>
            </a:r>
            <a:endParaRPr lang="en-US" altLang="zh-CN"/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9667240" y="6284595"/>
            <a:ext cx="90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50mm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930" y="794385"/>
            <a:ext cx="3630295" cy="24936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325" y="676910"/>
            <a:ext cx="3861435" cy="26104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6895" y="864235"/>
            <a:ext cx="3937635" cy="248729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9361805" y="3351530"/>
            <a:ext cx="90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20mm</a:t>
            </a:r>
            <a:endParaRPr lang="en-US" altLang="zh-CN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" y="3656330"/>
            <a:ext cx="4168775" cy="26282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500" y="3719830"/>
            <a:ext cx="3794760" cy="256413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3730" y="3656330"/>
            <a:ext cx="3736340" cy="262699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工控机图纸</a:t>
            </a:r>
            <a:r>
              <a:rPr lang="en-US" altLang="zh-CN" sz="2800"/>
              <a:t>-4264</a:t>
            </a:r>
            <a:r>
              <a:rPr lang="en-US" altLang="zh-CN" sz="2800"/>
              <a:t>G</a:t>
            </a:r>
            <a:endParaRPr lang="en-US" altLang="zh-CN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676910"/>
            <a:ext cx="11177270" cy="34823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785" y="3429000"/>
            <a:ext cx="4501515" cy="27762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工控机图纸</a:t>
            </a:r>
            <a:r>
              <a:rPr lang="en-US" altLang="zh-CN" sz="2800"/>
              <a:t>-5357G</a:t>
            </a:r>
            <a:endParaRPr lang="en-US" altLang="zh-CN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765" y="1748790"/>
            <a:ext cx="6835140" cy="33604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025" y="1889125"/>
            <a:ext cx="4715510" cy="29070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工控机图纸</a:t>
            </a:r>
            <a:r>
              <a:rPr lang="en-US" altLang="zh-CN" sz="2800"/>
              <a:t>-5457</a:t>
            </a:r>
            <a:r>
              <a:rPr lang="en-US" altLang="zh-CN" sz="2800"/>
              <a:t>G</a:t>
            </a:r>
            <a:endParaRPr lang="en-US" altLang="zh-CN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6790" y="854710"/>
            <a:ext cx="5379085" cy="51485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显示器图纸</a:t>
            </a:r>
            <a:endParaRPr lang="zh-CN" altLang="en-US" sz="2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050" y="676910"/>
            <a:ext cx="8406765" cy="58229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315" y="154940"/>
            <a:ext cx="93198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工控</a:t>
            </a:r>
            <a:r>
              <a:rPr lang="zh-CN" altLang="en-US" sz="2800"/>
              <a:t>柜</a:t>
            </a:r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730" y="676910"/>
            <a:ext cx="4913630" cy="59461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768465" y="3429000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说明</a:t>
            </a:r>
            <a:r>
              <a:rPr lang="en-US" altLang="zh-CN" sz="2400" b="1"/>
              <a:t>:</a:t>
            </a:r>
            <a:endParaRPr lang="en-US" altLang="zh-CN" sz="2400" b="1"/>
          </a:p>
          <a:p>
            <a:r>
              <a:rPr lang="en-US" altLang="zh-CN"/>
              <a:t>1. </a:t>
            </a:r>
            <a:r>
              <a:rPr lang="zh-CN" altLang="en-US"/>
              <a:t>当客户要求我们独立提供安装视觉的工控柜时</a:t>
            </a:r>
            <a:r>
              <a:rPr lang="zh-CN" altLang="en-US"/>
              <a:t>选用。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DIAGRAM_VIRTUALLY_FRAME" val="{&quot;height&quot;:449.55,&quot;left&quot;:16.7,&quot;top&quot;:67.85,&quot;width&quot;:912.1}"/>
</p:tagLst>
</file>

<file path=ppt/tags/tag78.xml><?xml version="1.0" encoding="utf-8"?>
<p:tagLst xmlns:p="http://schemas.openxmlformats.org/presentationml/2006/main">
  <p:tag name="KSO_WM_DIAGRAM_VIRTUALLY_FRAME" val="{&quot;height&quot;:449.55,&quot;left&quot;:16.7,&quot;top&quot;:67.85,&quot;width&quot;:912.1}"/>
</p:tagLst>
</file>

<file path=ppt/tags/tag79.xml><?xml version="1.0" encoding="utf-8"?>
<p:tagLst xmlns:p="http://schemas.openxmlformats.org/presentationml/2006/main">
  <p:tag name="KSO_WM_DIAGRAM_VIRTUALLY_FRAME" val="{&quot;height&quot;:449.55,&quot;left&quot;:16.7,&quot;top&quot;:67.85,&quot;width&quot;:912.1}"/>
</p:tagLst>
</file>

<file path=ppt/tags/tag80.xml><?xml version="1.0" encoding="utf-8"?>
<p:tagLst xmlns:p="http://schemas.openxmlformats.org/presentationml/2006/main">
  <p:tag name="KSO_WM_DIAGRAM_VIRTUALLY_FRAME" val="{&quot;height&quot;:449.55,&quot;left&quot;:16.7,&quot;top&quot;:67.85,&quot;width&quot;:912.1}"/>
</p:tagLst>
</file>

<file path=ppt/tags/tag81.xml><?xml version="1.0" encoding="utf-8"?>
<p:tagLst xmlns:p="http://schemas.openxmlformats.org/presentationml/2006/main">
  <p:tag name="KSO_WM_DIAGRAM_VIRTUALLY_FRAME" val="{&quot;height&quot;:449.55,&quot;left&quot;:16.7,&quot;top&quot;:67.85,&quot;width&quot;:912.1}"/>
</p:tagLst>
</file>

<file path=ppt/tags/tag82.xml><?xml version="1.0" encoding="utf-8"?>
<p:tagLst xmlns:p="http://schemas.openxmlformats.org/presentationml/2006/main">
  <p:tag name="KSO_WM_DIAGRAM_VIRTUALLY_FRAME" val="{&quot;height&quot;:449.55,&quot;left&quot;:16.7,&quot;top&quot;:67.85,&quot;width&quot;:912.1}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p="http://schemas.openxmlformats.org/presentationml/2006/main">
  <p:tag name="commondata" val="eyJoZGlkIjoiYjUyMjAzOWY0MjQyNjU1YTM5ZWI1MTgyMDk0N2M5MW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</Words>
  <Application>WPS 演示</Application>
  <PresentationFormat>宽屏</PresentationFormat>
  <Paragraphs>81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刘志民</cp:lastModifiedBy>
  <cp:revision>159</cp:revision>
  <dcterms:created xsi:type="dcterms:W3CDTF">2019-06-19T02:08:00Z</dcterms:created>
  <dcterms:modified xsi:type="dcterms:W3CDTF">2026-05-27T04:48:21Z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D0C3CF206E324806AF512CC7813CF5DD_11</vt:lpwstr>
  </property>
</Properties>
</file>